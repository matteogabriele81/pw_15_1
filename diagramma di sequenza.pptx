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2B32B1-9C8E-91DA-3333-8BE7F1519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00304E7-9C9C-5BF2-8539-EC1C0DEDB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B9F358-C14C-56EA-7F5E-A2514DFA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73EE-9D2B-4581-B1EB-F7E7A287843B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5506C9B-AAB8-DEA4-7A1A-1D4F2EC5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751D6B9-19A8-A047-660F-4B0C0830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53D42-78D0-470B-95C0-0C97BC3725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326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B672F2-DF9B-80B8-C879-04F1DD7CC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75CAA6-3B36-41D4-C794-586D30D9B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473C836-0BA0-97F0-F3B3-6970AD6E3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73EE-9D2B-4581-B1EB-F7E7A287843B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ECD206D-872F-66A6-057A-AB1439BB1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9B2B178-D657-503F-5D70-6EAA79041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53D42-78D0-470B-95C0-0C97BC3725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8780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6AF9A0-EA42-1DEC-76B7-89A1EB89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5668BB-E304-D736-BF40-F20386EB8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4B0E94F-7BEF-1F7F-DE9D-BEF141D9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73EE-9D2B-4581-B1EB-F7E7A287843B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1C76C6-E35B-0CF7-5D69-87E896205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EE3A798-5805-0512-EEED-6E93915F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53D42-78D0-470B-95C0-0C97BC3725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488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C79CD4-F383-DA59-F48D-30AA04CF3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73C5E7-2426-811B-B9B4-B018F0ED0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441B9D7-5A20-AD4A-F8EE-A70362AD9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27DFE70-1A24-888D-37AB-93248C51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73EE-9D2B-4581-B1EB-F7E7A287843B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59B6F75-4B82-9BEB-9438-8A0BD6776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414F6B9-CE8E-BE3C-2F70-F0AF7064A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53D42-78D0-470B-95C0-0C97BC3725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6448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8C1D83-E740-5E20-F805-8CBC4A037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EBEBDC-28E6-C151-7E4F-96089D424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14C625-33DA-E284-9965-F1D7A1C78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6629A39-69B7-3F6A-7A83-BE0B845D3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D5BBE8A-7B4B-F553-C033-FB1286EBF9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F62A794-02CA-174F-A9D3-4805B723A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73EE-9D2B-4581-B1EB-F7E7A287843B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E7FA2EB-296D-6E90-39C7-3138E77A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50CB637-08F1-99D8-312E-CA473022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53D42-78D0-470B-95C0-0C97BC3725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216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58FC5-E56D-730D-524D-7E95B41D4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7797134-0A82-5016-A59A-7725773E1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73EE-9D2B-4581-B1EB-F7E7A287843B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5673DAB-4FD1-FC64-FFE9-B7FB3EB7F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9DDE7C1-A858-2F17-AC1E-6166D5124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53D42-78D0-470B-95C0-0C97BC3725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045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7E92D3-311F-1925-5A8C-5B9CF2C18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73EE-9D2B-4581-B1EB-F7E7A287843B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16046D1-77B3-4A90-1C00-1225FF98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F9041E-542A-8AA7-3ED9-223EA9B55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53D42-78D0-470B-95C0-0C97BC3725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2123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24A0F7-34D2-B827-BE50-2C52FBCD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4BCA20-0EAB-B9B7-69D3-9216AB809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3B334C0-0F60-68CB-1BD6-F2C066974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2E9107F-0FDE-D8B6-E5EB-E7B3D11A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73EE-9D2B-4581-B1EB-F7E7A287843B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B5BA6FE-E495-A3BF-57B0-0858B9833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EFA5772-21C4-66AC-4502-F4B78A20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53D42-78D0-470B-95C0-0C97BC3725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74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9392BF-21CF-A8C2-6AA6-9D7F5F046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E790D56-B715-94E6-EDD5-9197A08F6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6C75973-B479-EDD9-7368-64B3CBA55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2B3C5C0-7E62-A64C-F000-EEC5D908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73EE-9D2B-4581-B1EB-F7E7A287843B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38D1AD9-D803-84AB-8F2D-389B2624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C3FF744-6CA4-6F79-0108-19B87F8A4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53D42-78D0-470B-95C0-0C97BC3725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2251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D643A4-9FD1-83AE-01A4-4435CDE1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8C4E79C-560A-6A8D-2474-CAC3E0DDB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947F91-B2F8-91E5-D833-2D860B7DF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73EE-9D2B-4581-B1EB-F7E7A287843B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13B6A1-1B52-781D-1745-8ABDBF6D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26F9DD-8084-8C9F-BD69-E2F3DF3D6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53D42-78D0-470B-95C0-0C97BC3725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362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DB783FE-E2C0-5A70-95DB-890BA08E36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BD7F719-57D2-A505-53CF-31FD161DC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E6E5F6B-8587-0FEF-D1BA-69DE9E75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73EE-9D2B-4581-B1EB-F7E7A287843B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75305F0-D48A-350E-66AF-8E24F3AEF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A5BB885-AF1E-9A65-7098-720B98F8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53D42-78D0-470B-95C0-0C97BC3725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2773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95E55EC-102D-D577-8F48-5780C8847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ED29EE9-5B4F-5B8E-52BD-E65321811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BED370-D394-51B2-07D8-5E1A4AF83A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273EE-9D2B-4581-B1EB-F7E7A287843B}" type="datetimeFigureOut">
              <a:rPr lang="it-IT" smtClean="0"/>
              <a:t>11/03/2026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75AB58-A2E4-26C5-BEE4-48080F04D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C07FEF3-A086-D55B-B6BA-538F3BA88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53D42-78D0-470B-95C0-0C97BC3725C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7806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4269B5FD-80E6-F21E-6059-78A3B071F436}"/>
              </a:ext>
            </a:extLst>
          </p:cNvPr>
          <p:cNvSpPr/>
          <p:nvPr/>
        </p:nvSpPr>
        <p:spPr>
          <a:xfrm>
            <a:off x="4607859" y="71718"/>
            <a:ext cx="1066800" cy="4303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/>
              <a:t>Simulatore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0A9B77B-89AF-8A3A-8B9C-6038B52DCB55}"/>
              </a:ext>
            </a:extLst>
          </p:cNvPr>
          <p:cNvSpPr/>
          <p:nvPr/>
        </p:nvSpPr>
        <p:spPr>
          <a:xfrm>
            <a:off x="6400800" y="71718"/>
            <a:ext cx="1066800" cy="4303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/>
              <a:t>Produzione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D57115A0-6245-E5E6-1416-D1E993FB6D0F}"/>
              </a:ext>
            </a:extLst>
          </p:cNvPr>
          <p:cNvSpPr/>
          <p:nvPr/>
        </p:nvSpPr>
        <p:spPr>
          <a:xfrm>
            <a:off x="7920016" y="71718"/>
            <a:ext cx="1331560" cy="4303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/>
              <a:t>Ortaggi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26F5008-7AAE-A161-F9C8-D27DE9355B2F}"/>
              </a:ext>
            </a:extLst>
          </p:cNvPr>
          <p:cNvSpPr/>
          <p:nvPr/>
        </p:nvSpPr>
        <p:spPr>
          <a:xfrm>
            <a:off x="9564737" y="71718"/>
            <a:ext cx="1183945" cy="4303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/>
              <a:t>Ambiente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6160D486-AB43-61F8-3336-F5ED65A1CA1E}"/>
              </a:ext>
            </a:extLst>
          </p:cNvPr>
          <p:cNvCxnSpPr>
            <a:cxnSpLocks/>
          </p:cNvCxnSpPr>
          <p:nvPr/>
        </p:nvCxnSpPr>
        <p:spPr>
          <a:xfrm>
            <a:off x="5118847" y="502024"/>
            <a:ext cx="0" cy="6069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722BC33-B10A-0A13-7B66-855B9AAD6D7A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934200" y="502024"/>
            <a:ext cx="1" cy="6069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8815217-02AA-6E47-AF93-B01DE9DB8932}"/>
              </a:ext>
            </a:extLst>
          </p:cNvPr>
          <p:cNvCxnSpPr>
            <a:cxnSpLocks/>
          </p:cNvCxnSpPr>
          <p:nvPr/>
        </p:nvCxnSpPr>
        <p:spPr>
          <a:xfrm>
            <a:off x="8585796" y="502024"/>
            <a:ext cx="0" cy="6069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4A986DA4-9316-5FBA-A63F-327B05818BCD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0156710" y="502024"/>
            <a:ext cx="0" cy="6069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DAA9236B-DFCC-01B6-3E76-8159619AD352}"/>
              </a:ext>
            </a:extLst>
          </p:cNvPr>
          <p:cNvCxnSpPr/>
          <p:nvPr/>
        </p:nvCxnSpPr>
        <p:spPr>
          <a:xfrm>
            <a:off x="2115671" y="860612"/>
            <a:ext cx="30031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5F6B6BB3-4973-AD3D-BB2D-83BCB9AC9D58}"/>
              </a:ext>
            </a:extLst>
          </p:cNvPr>
          <p:cNvCxnSpPr>
            <a:cxnSpLocks/>
          </p:cNvCxnSpPr>
          <p:nvPr/>
        </p:nvCxnSpPr>
        <p:spPr>
          <a:xfrm flipH="1">
            <a:off x="2115671" y="5800165"/>
            <a:ext cx="30031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E4BC7859-589C-7518-64F9-CE244EE47F37}"/>
              </a:ext>
            </a:extLst>
          </p:cNvPr>
          <p:cNvCxnSpPr>
            <a:cxnSpLocks/>
          </p:cNvCxnSpPr>
          <p:nvPr/>
        </p:nvCxnSpPr>
        <p:spPr>
          <a:xfrm>
            <a:off x="5141259" y="1819835"/>
            <a:ext cx="1792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8CD9A76B-CAC0-E5A3-5067-554A785FD855}"/>
              </a:ext>
            </a:extLst>
          </p:cNvPr>
          <p:cNvCxnSpPr>
            <a:cxnSpLocks/>
          </p:cNvCxnSpPr>
          <p:nvPr/>
        </p:nvCxnSpPr>
        <p:spPr>
          <a:xfrm>
            <a:off x="5141258" y="2160494"/>
            <a:ext cx="1792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B8C59551-FEFC-233B-CAAB-B9934B8C2F69}"/>
              </a:ext>
            </a:extLst>
          </p:cNvPr>
          <p:cNvCxnSpPr>
            <a:cxnSpLocks/>
          </p:cNvCxnSpPr>
          <p:nvPr/>
        </p:nvCxnSpPr>
        <p:spPr>
          <a:xfrm>
            <a:off x="5141258" y="2483224"/>
            <a:ext cx="1792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BF5032D4-FFDD-A59C-D6E5-F6E8DD3CD980}"/>
              </a:ext>
            </a:extLst>
          </p:cNvPr>
          <p:cNvCxnSpPr>
            <a:cxnSpLocks/>
          </p:cNvCxnSpPr>
          <p:nvPr/>
        </p:nvCxnSpPr>
        <p:spPr>
          <a:xfrm>
            <a:off x="6934199" y="2832848"/>
            <a:ext cx="16515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1AEC455B-04D0-BA82-5679-FCC23982BC14}"/>
              </a:ext>
            </a:extLst>
          </p:cNvPr>
          <p:cNvCxnSpPr>
            <a:cxnSpLocks/>
          </p:cNvCxnSpPr>
          <p:nvPr/>
        </p:nvCxnSpPr>
        <p:spPr>
          <a:xfrm>
            <a:off x="6996952" y="3518648"/>
            <a:ext cx="3159757" cy="31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779CF09F-3C2F-1C63-E385-ECFF06082C7A}"/>
              </a:ext>
            </a:extLst>
          </p:cNvPr>
          <p:cNvCxnSpPr>
            <a:cxnSpLocks/>
          </p:cNvCxnSpPr>
          <p:nvPr/>
        </p:nvCxnSpPr>
        <p:spPr>
          <a:xfrm flipH="1">
            <a:off x="6934199" y="3182471"/>
            <a:ext cx="1651597" cy="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9F2188A0-E6D0-D4D8-C406-E4926E56D01B}"/>
              </a:ext>
            </a:extLst>
          </p:cNvPr>
          <p:cNvCxnSpPr>
            <a:cxnSpLocks/>
          </p:cNvCxnSpPr>
          <p:nvPr/>
        </p:nvCxnSpPr>
        <p:spPr>
          <a:xfrm flipH="1">
            <a:off x="2115671" y="5477436"/>
            <a:ext cx="3003176" cy="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0C173A02-06F9-8C51-C45F-BD66F5F89A5E}"/>
              </a:ext>
            </a:extLst>
          </p:cNvPr>
          <p:cNvCxnSpPr>
            <a:cxnSpLocks/>
          </p:cNvCxnSpPr>
          <p:nvPr/>
        </p:nvCxnSpPr>
        <p:spPr>
          <a:xfrm flipH="1">
            <a:off x="6934199" y="3881718"/>
            <a:ext cx="3222510" cy="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9B49E10F-E979-296B-5A71-6D5218A7816B}"/>
              </a:ext>
            </a:extLst>
          </p:cNvPr>
          <p:cNvCxnSpPr>
            <a:cxnSpLocks/>
          </p:cNvCxnSpPr>
          <p:nvPr/>
        </p:nvCxnSpPr>
        <p:spPr>
          <a:xfrm flipH="1">
            <a:off x="2115671" y="6131860"/>
            <a:ext cx="3003176" cy="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C4318368-66D9-5946-8A14-9E0FE6B68C3B}"/>
              </a:ext>
            </a:extLst>
          </p:cNvPr>
          <p:cNvCxnSpPr>
            <a:cxnSpLocks/>
          </p:cNvCxnSpPr>
          <p:nvPr/>
        </p:nvCxnSpPr>
        <p:spPr>
          <a:xfrm flipH="1">
            <a:off x="5118847" y="4213412"/>
            <a:ext cx="1815352" cy="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5185A6F2-89BE-8566-B3BC-395D6A506914}"/>
              </a:ext>
            </a:extLst>
          </p:cNvPr>
          <p:cNvCxnSpPr>
            <a:cxnSpLocks/>
          </p:cNvCxnSpPr>
          <p:nvPr/>
        </p:nvCxnSpPr>
        <p:spPr>
          <a:xfrm>
            <a:off x="2115671" y="502024"/>
            <a:ext cx="0" cy="6069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mile 23">
            <a:extLst>
              <a:ext uri="{FF2B5EF4-FFF2-40B4-BE49-F238E27FC236}">
                <a16:creationId xmlns:a16="http://schemas.microsoft.com/office/drawing/2014/main" id="{80D20FF9-F629-D719-36BB-D74725BFE49D}"/>
              </a:ext>
            </a:extLst>
          </p:cNvPr>
          <p:cNvSpPr/>
          <p:nvPr/>
        </p:nvSpPr>
        <p:spPr>
          <a:xfrm>
            <a:off x="1842251" y="71718"/>
            <a:ext cx="546840" cy="510983"/>
          </a:xfrm>
          <a:prstGeom prst="smileyFac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2C7F4B6A-DE52-09CC-8AE2-1AB5EF82584B}"/>
              </a:ext>
            </a:extLst>
          </p:cNvPr>
          <p:cNvSpPr txBox="1"/>
          <p:nvPr/>
        </p:nvSpPr>
        <p:spPr>
          <a:xfrm>
            <a:off x="1027531" y="102205"/>
            <a:ext cx="831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Utente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561B4160-B2E8-3D6E-01E6-BBE88C37D45A}"/>
              </a:ext>
            </a:extLst>
          </p:cNvPr>
          <p:cNvSpPr/>
          <p:nvPr/>
        </p:nvSpPr>
        <p:spPr>
          <a:xfrm>
            <a:off x="4823012" y="1550895"/>
            <a:ext cx="5665690" cy="2904564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Freccia circolare a sinistra 30">
            <a:extLst>
              <a:ext uri="{FF2B5EF4-FFF2-40B4-BE49-F238E27FC236}">
                <a16:creationId xmlns:a16="http://schemas.microsoft.com/office/drawing/2014/main" id="{B7AFEF15-A4BD-E4BD-2EC4-992F105E3E1A}"/>
              </a:ext>
            </a:extLst>
          </p:cNvPr>
          <p:cNvSpPr/>
          <p:nvPr/>
        </p:nvSpPr>
        <p:spPr>
          <a:xfrm rot="1146914">
            <a:off x="5055393" y="4810125"/>
            <a:ext cx="171730" cy="211791"/>
          </a:xfrm>
          <a:prstGeom prst="curvedLeftArrow">
            <a:avLst>
              <a:gd name="adj1" fmla="val 6386"/>
              <a:gd name="adj2" fmla="val 29081"/>
              <a:gd name="adj3" fmla="val 2438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04E4460F-2B3C-2EC4-A032-0457910EEED5}"/>
              </a:ext>
            </a:extLst>
          </p:cNvPr>
          <p:cNvSpPr txBox="1"/>
          <p:nvPr/>
        </p:nvSpPr>
        <p:spPr>
          <a:xfrm>
            <a:off x="3031543" y="587639"/>
            <a:ext cx="13459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Simula produzione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C78B89A-6961-189C-2AB8-1639CE48FAA1}"/>
              </a:ext>
            </a:extLst>
          </p:cNvPr>
          <p:cNvSpPr txBox="1"/>
          <p:nvPr/>
        </p:nvSpPr>
        <p:spPr>
          <a:xfrm>
            <a:off x="5401710" y="1579660"/>
            <a:ext cx="1210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Crea Produzione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7C113539-118F-9DAF-95CE-6AA67AC7D7C5}"/>
              </a:ext>
            </a:extLst>
          </p:cNvPr>
          <p:cNvSpPr txBox="1"/>
          <p:nvPr/>
        </p:nvSpPr>
        <p:spPr>
          <a:xfrm>
            <a:off x="5407665" y="1920130"/>
            <a:ext cx="1215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Imposta periodo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1E85D3E5-D593-2E69-7939-7E2271F4D2AC}"/>
              </a:ext>
            </a:extLst>
          </p:cNvPr>
          <p:cNvSpPr txBox="1"/>
          <p:nvPr/>
        </p:nvSpPr>
        <p:spPr>
          <a:xfrm>
            <a:off x="5473844" y="2253061"/>
            <a:ext cx="11387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Calcola risultati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261FC8AC-F3E4-600F-9FF4-4DC77A0F36CC}"/>
              </a:ext>
            </a:extLst>
          </p:cNvPr>
          <p:cNvSpPr txBox="1"/>
          <p:nvPr/>
        </p:nvSpPr>
        <p:spPr>
          <a:xfrm>
            <a:off x="7014883" y="2573648"/>
            <a:ext cx="14599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Leggi configurazione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99C5C6E2-9402-169A-33A5-48F0B8B48909}"/>
              </a:ext>
            </a:extLst>
          </p:cNvPr>
          <p:cNvSpPr txBox="1"/>
          <p:nvPr/>
        </p:nvSpPr>
        <p:spPr>
          <a:xfrm>
            <a:off x="6980392" y="2923271"/>
            <a:ext cx="15592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Return configurazione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60619E8B-BC9D-B405-F2C1-FFDF864F9D8D}"/>
              </a:ext>
            </a:extLst>
          </p:cNvPr>
          <p:cNvSpPr txBox="1"/>
          <p:nvPr/>
        </p:nvSpPr>
        <p:spPr>
          <a:xfrm>
            <a:off x="7724318" y="3294942"/>
            <a:ext cx="1874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Leggi condizioni ambientali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81B1776-728B-AF39-1037-35B243460452}"/>
              </a:ext>
            </a:extLst>
          </p:cNvPr>
          <p:cNvSpPr txBox="1"/>
          <p:nvPr/>
        </p:nvSpPr>
        <p:spPr>
          <a:xfrm>
            <a:off x="7624557" y="3628779"/>
            <a:ext cx="1973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Return condizioni ambientali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D96A35B8-2468-DCEC-B532-9410029F92AF}"/>
              </a:ext>
            </a:extLst>
          </p:cNvPr>
          <p:cNvSpPr txBox="1"/>
          <p:nvPr/>
        </p:nvSpPr>
        <p:spPr>
          <a:xfrm>
            <a:off x="5274922" y="3936413"/>
            <a:ext cx="15965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Return risultati parziali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DEE6DAB5-DBB1-E58B-DCB7-FEA787C3E13B}"/>
              </a:ext>
            </a:extLst>
          </p:cNvPr>
          <p:cNvSpPr txBox="1"/>
          <p:nvPr/>
        </p:nvSpPr>
        <p:spPr>
          <a:xfrm>
            <a:off x="3076911" y="5173090"/>
            <a:ext cx="11492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Return risultati 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3BA5A654-A26B-7CF4-08C8-8920848DC357}"/>
              </a:ext>
            </a:extLst>
          </p:cNvPr>
          <p:cNvSpPr txBox="1"/>
          <p:nvPr/>
        </p:nvSpPr>
        <p:spPr>
          <a:xfrm>
            <a:off x="3059300" y="5541998"/>
            <a:ext cx="1202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Richiesta Report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3B13F54E-3CF7-7CCF-9318-1AA0BBF1CE7F}"/>
              </a:ext>
            </a:extLst>
          </p:cNvPr>
          <p:cNvSpPr txBox="1"/>
          <p:nvPr/>
        </p:nvSpPr>
        <p:spPr>
          <a:xfrm>
            <a:off x="3150808" y="5883329"/>
            <a:ext cx="1064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Return Report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5A215D62-B785-CDAF-B77B-860D892014C6}"/>
              </a:ext>
            </a:extLst>
          </p:cNvPr>
          <p:cNvSpPr txBox="1"/>
          <p:nvPr/>
        </p:nvSpPr>
        <p:spPr>
          <a:xfrm>
            <a:off x="6935456" y="1298249"/>
            <a:ext cx="16514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dirty="0"/>
              <a:t>Loop per ogni produzione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2A38D9D8-E8E8-9683-E06E-1E86F5D9C1F9}"/>
              </a:ext>
            </a:extLst>
          </p:cNvPr>
          <p:cNvSpPr txBox="1"/>
          <p:nvPr/>
        </p:nvSpPr>
        <p:spPr>
          <a:xfrm>
            <a:off x="5239554" y="4745799"/>
            <a:ext cx="1198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Aggrega risultati</a:t>
            </a:r>
          </a:p>
        </p:txBody>
      </p:sp>
    </p:spTree>
    <p:extLst>
      <p:ext uri="{BB962C8B-B14F-4D97-AF65-F5344CB8AC3E}">
        <p14:creationId xmlns:p14="http://schemas.microsoft.com/office/powerpoint/2010/main" val="6789659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gabriele</dc:creator>
  <cp:lastModifiedBy>GABRIELE Matteo</cp:lastModifiedBy>
  <cp:revision>5</cp:revision>
  <dcterms:created xsi:type="dcterms:W3CDTF">2026-02-21T18:14:56Z</dcterms:created>
  <dcterms:modified xsi:type="dcterms:W3CDTF">2026-03-11T12:11:46Z</dcterms:modified>
</cp:coreProperties>
</file>