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E Matteo" userId="30cb0411-254b-4066-8718-a24411047b61" providerId="ADAL" clId="{C1603B08-EFB1-4083-BAC7-D92CB12F176E}"/>
    <pc:docChg chg="modSld">
      <pc:chgData name="GABRIELE Matteo" userId="30cb0411-254b-4066-8718-a24411047b61" providerId="ADAL" clId="{C1603B08-EFB1-4083-BAC7-D92CB12F176E}" dt="2026-02-21T12:27:07.718" v="0" actId="11530"/>
      <pc:docMkLst>
        <pc:docMk/>
      </pc:docMkLst>
      <pc:sldChg chg="modSp">
        <pc:chgData name="GABRIELE Matteo" userId="30cb0411-254b-4066-8718-a24411047b61" providerId="ADAL" clId="{C1603B08-EFB1-4083-BAC7-D92CB12F176E}" dt="2026-02-21T12:27:07.718" v="0" actId="11530"/>
        <pc:sldMkLst>
          <pc:docMk/>
          <pc:sldMk cId="3693760157" sldId="256"/>
        </pc:sldMkLst>
        <pc:spChg chg="mod">
          <ac:chgData name="GABRIELE Matteo" userId="30cb0411-254b-4066-8718-a24411047b61" providerId="ADAL" clId="{C1603B08-EFB1-4083-BAC7-D92CB12F176E}" dt="2026-02-21T12:27:07.718" v="0" actId="11530"/>
          <ac:spMkLst>
            <pc:docMk/>
            <pc:sldMk cId="3693760157" sldId="256"/>
            <ac:spMk id="7" creationId="{C7B4C499-5CED-7342-CD5A-A0054A1F04AE}"/>
          </ac:spMkLst>
        </pc:spChg>
        <pc:spChg chg="mod">
          <ac:chgData name="GABRIELE Matteo" userId="30cb0411-254b-4066-8718-a24411047b61" providerId="ADAL" clId="{C1603B08-EFB1-4083-BAC7-D92CB12F176E}" dt="2026-02-21T12:27:07.718" v="0" actId="11530"/>
          <ac:spMkLst>
            <pc:docMk/>
            <pc:sldMk cId="3693760157" sldId="256"/>
            <ac:spMk id="8" creationId="{1BCFD01A-D18D-1684-9642-2E7889C921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EFB995-C553-E6B5-C883-276613AF1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69A5A9E-259F-F807-D39E-5246A94F2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45A460-D311-B1CB-9846-77676AE17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5B3DB3-F12C-A150-E1B6-2662DDD4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D84140-D771-B1DC-818C-0B9D9ACA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84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D6A985-1D16-82B6-5BC8-AF0A8DD1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414AE4-A596-8CC1-DC33-4BCB36C65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EBF3B5-F9E8-FE65-F6B3-0AA31A1FA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2C7954-F069-3930-D36A-138F3707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C32878-C4F8-1BAD-D2EB-BF7FAB3E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728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2AD054-285C-C88E-94AF-A7C0755C7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1A31D1D-9B2B-69D0-D7B2-0068DC149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E3583B-991D-DADF-BF42-79269E40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C7F4A4-A436-B227-8B24-68966874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6B426A8-12B0-471E-2701-DB2A86BA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8449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016CF0-7CD5-09D6-E5EA-9F07B690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A299AB-12AC-F93A-BBED-646DB0E54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A4BD94B-F4A7-D2D9-369D-1EB573F34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4B2DCF-6D03-F2A7-CBA7-CFCFCC22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75C926-DED7-B2E6-06B8-6BE156B45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4EB2B5-02AF-F14C-3A1D-E1D24405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0935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6DB4A7-D16A-75D8-1AD1-A2B1A6D93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5EC0475-F695-95B1-5F76-27A81BAF9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8C2D507-F4D2-5EBD-A50A-8AD6FA6EC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0097AEF-371A-F7A9-A020-BC52C4D3A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3BB1E80-DF59-8B76-8E9A-5F4E85D9C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4F44E3D-5F45-6741-DAA8-A886EE4E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C515E97-56E1-6057-1E0E-9AD671C3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BA66416-5140-B320-F166-BECA4931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5663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B8D040-9B9C-7936-C568-94C42261B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8E14950-5D13-00D3-8454-37F20955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2D08356-7201-55A9-66B9-E4CB724F1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AA2A9A-CBE1-E22A-66F5-1CEACCCC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356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2CE8360-73EF-3F88-6797-51B5D537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302E582-D998-17E0-9B87-ADF3FC701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7C01CE8-B672-A3D0-4746-AEA66C75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681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2ABCE9-B720-7A77-7C53-E61F22E1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8C1486-B10F-6064-C457-EAD72BD46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F8AC94E-8913-A381-73DE-8906622AE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1BBAA0C-BF0C-7E47-3C31-04C67BE2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8821BEA-8E78-0939-646B-8B9517A4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D724EA6-339E-6172-F6B9-6F0201C6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587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B595AB-2981-474F-2A10-583E7359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5C51AC8-041F-9A76-947B-847392B45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49598DE-151F-6E8A-FD95-68E7ACB6E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E1D1539-C051-BC74-3D15-630A53649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366A93-FFCE-DFEF-5863-073B44AE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33CBF81-737E-4503-C439-C6F9DB54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317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E3030C-CF94-16BE-3EFF-D9EA9B94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8DF226B-31CC-3064-4915-B1D366E22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C3E5B2A-1A2D-66DB-CF1C-F272B018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C758CA-D39F-3C5A-F1E4-EB84A69B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49F357-D485-FDE7-3F77-1BD22EED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816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038B98F-B702-F90B-4371-7762795A6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1417BC0-35E1-D4E1-A370-F9BEC3ACE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CD74A1-13A5-E474-B630-2299302D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7102A0-1659-94FC-5A37-67B040D4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012ACFA-3535-904F-3E14-69737583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475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5A4165F-99C9-D2D9-7B84-5F269D888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AF70586-3E10-B3C3-B8D0-7D8658B7C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DA5479-390D-3DEB-B5D1-F667C6C04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40B61-F42D-4D38-8FE4-CA99B3582530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5CC6DB-AC95-2001-0ADA-82BC02F98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97692E-BF62-069E-D94A-3A0AD4249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99F48-38D0-4B61-8D5D-8EC965D4FC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432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olo isoscele 3">
            <a:extLst>
              <a:ext uri="{FF2B5EF4-FFF2-40B4-BE49-F238E27FC236}">
                <a16:creationId xmlns:a16="http://schemas.microsoft.com/office/drawing/2014/main" id="{E977C8BD-498B-5F89-8216-E8AE3479757B}"/>
              </a:ext>
            </a:extLst>
          </p:cNvPr>
          <p:cNvSpPr/>
          <p:nvPr/>
        </p:nvSpPr>
        <p:spPr>
          <a:xfrm>
            <a:off x="5033473" y="982766"/>
            <a:ext cx="1529697" cy="1418602"/>
          </a:xfrm>
          <a:prstGeom prst="triangl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 err="1"/>
              <a:t>Main</a:t>
            </a:r>
            <a:endParaRPr lang="it-IT" sz="200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59235BF-9077-5C74-AEF9-5A112A0C49EE}"/>
              </a:ext>
            </a:extLst>
          </p:cNvPr>
          <p:cNvSpPr/>
          <p:nvPr/>
        </p:nvSpPr>
        <p:spPr>
          <a:xfrm>
            <a:off x="3939611" y="2871387"/>
            <a:ext cx="3717420" cy="12733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/>
              <a:t>Simulatore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3C9253F-980C-3537-400D-C7FB8F3A5961}"/>
              </a:ext>
            </a:extLst>
          </p:cNvPr>
          <p:cNvSpPr/>
          <p:nvPr/>
        </p:nvSpPr>
        <p:spPr>
          <a:xfrm>
            <a:off x="3939611" y="4614729"/>
            <a:ext cx="3717420" cy="12733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/>
              <a:t>Produzione</a:t>
            </a: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C7B4C499-5CED-7342-CD5A-A0054A1F04AE}"/>
              </a:ext>
            </a:extLst>
          </p:cNvPr>
          <p:cNvSpPr/>
          <p:nvPr/>
        </p:nvSpPr>
        <p:spPr>
          <a:xfrm>
            <a:off x="9380220" y="2871387"/>
            <a:ext cx="559130" cy="301666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it-IT" sz="1600" dirty="0"/>
              <a:t>Ambiente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1BCFD01A-D18D-1684-9642-2E7889C921E7}"/>
              </a:ext>
            </a:extLst>
          </p:cNvPr>
          <p:cNvSpPr/>
          <p:nvPr/>
        </p:nvSpPr>
        <p:spPr>
          <a:xfrm>
            <a:off x="8651810" y="3447723"/>
            <a:ext cx="559130" cy="1947872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it-IT" sz="1600" dirty="0"/>
              <a:t>Ortaggi</a:t>
            </a: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DB6A3165-0AE4-8B0E-A2A3-EC577EC7CF2D}"/>
              </a:ext>
            </a:extLst>
          </p:cNvPr>
          <p:cNvGrpSpPr/>
          <p:nvPr/>
        </p:nvGrpSpPr>
        <p:grpSpPr>
          <a:xfrm>
            <a:off x="5667375" y="2438400"/>
            <a:ext cx="241300" cy="384175"/>
            <a:chOff x="5667375" y="2438400"/>
            <a:chExt cx="241300" cy="384175"/>
          </a:xfrm>
        </p:grpSpPr>
        <p:cxnSp>
          <p:nvCxnSpPr>
            <p:cNvPr id="10" name="Connettore 2 9">
              <a:extLst>
                <a:ext uri="{FF2B5EF4-FFF2-40B4-BE49-F238E27FC236}">
                  <a16:creationId xmlns:a16="http://schemas.microsoft.com/office/drawing/2014/main" id="{5D4A5CBC-3F82-479E-DE82-4347ABE614D6}"/>
                </a:ext>
              </a:extLst>
            </p:cNvPr>
            <p:cNvCxnSpPr/>
            <p:nvPr/>
          </p:nvCxnSpPr>
          <p:spPr>
            <a:xfrm>
              <a:off x="5667375" y="2438400"/>
              <a:ext cx="0" cy="384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2 10">
              <a:extLst>
                <a:ext uri="{FF2B5EF4-FFF2-40B4-BE49-F238E27FC236}">
                  <a16:creationId xmlns:a16="http://schemas.microsoft.com/office/drawing/2014/main" id="{782D2E10-4D05-F788-7CF8-BB6978276BF8}"/>
                </a:ext>
              </a:extLst>
            </p:cNvPr>
            <p:cNvCxnSpPr/>
            <p:nvPr/>
          </p:nvCxnSpPr>
          <p:spPr>
            <a:xfrm>
              <a:off x="5908675" y="2438400"/>
              <a:ext cx="0" cy="384175"/>
            </a:xfrm>
            <a:prstGeom prst="straightConnector1">
              <a:avLst/>
            </a:prstGeom>
            <a:ln>
              <a:prstDash val="sysDash"/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140DE2BF-F3F0-4E58-57F2-7D4B54B2E2EE}"/>
              </a:ext>
            </a:extLst>
          </p:cNvPr>
          <p:cNvGrpSpPr/>
          <p:nvPr/>
        </p:nvGrpSpPr>
        <p:grpSpPr>
          <a:xfrm>
            <a:off x="5677671" y="4187632"/>
            <a:ext cx="241300" cy="384175"/>
            <a:chOff x="5667375" y="2438400"/>
            <a:chExt cx="241300" cy="384175"/>
          </a:xfrm>
        </p:grpSpPr>
        <p:cxnSp>
          <p:nvCxnSpPr>
            <p:cNvPr id="14" name="Connettore 2 13">
              <a:extLst>
                <a:ext uri="{FF2B5EF4-FFF2-40B4-BE49-F238E27FC236}">
                  <a16:creationId xmlns:a16="http://schemas.microsoft.com/office/drawing/2014/main" id="{C6BD0190-E9AE-F89F-0763-B3DFDF0806C3}"/>
                </a:ext>
              </a:extLst>
            </p:cNvPr>
            <p:cNvCxnSpPr/>
            <p:nvPr/>
          </p:nvCxnSpPr>
          <p:spPr>
            <a:xfrm>
              <a:off x="5667375" y="2438400"/>
              <a:ext cx="0" cy="384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2 14">
              <a:extLst>
                <a:ext uri="{FF2B5EF4-FFF2-40B4-BE49-F238E27FC236}">
                  <a16:creationId xmlns:a16="http://schemas.microsoft.com/office/drawing/2014/main" id="{1AF18A43-4672-0E8C-5276-8372821F8281}"/>
                </a:ext>
              </a:extLst>
            </p:cNvPr>
            <p:cNvCxnSpPr/>
            <p:nvPr/>
          </p:nvCxnSpPr>
          <p:spPr>
            <a:xfrm>
              <a:off x="5908675" y="2438400"/>
              <a:ext cx="0" cy="384175"/>
            </a:xfrm>
            <a:prstGeom prst="straightConnector1">
              <a:avLst/>
            </a:prstGeom>
            <a:ln>
              <a:prstDash val="sysDash"/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AAF87AAC-7F96-2858-266E-7BED54A20BC5}"/>
              </a:ext>
            </a:extLst>
          </p:cNvPr>
          <p:cNvGrpSpPr/>
          <p:nvPr/>
        </p:nvGrpSpPr>
        <p:grpSpPr>
          <a:xfrm rot="16200000">
            <a:off x="8385890" y="2342366"/>
            <a:ext cx="241300" cy="1625441"/>
            <a:chOff x="5667375" y="2438400"/>
            <a:chExt cx="241300" cy="384175"/>
          </a:xfrm>
        </p:grpSpPr>
        <p:cxnSp>
          <p:nvCxnSpPr>
            <p:cNvPr id="17" name="Connettore 2 16">
              <a:extLst>
                <a:ext uri="{FF2B5EF4-FFF2-40B4-BE49-F238E27FC236}">
                  <a16:creationId xmlns:a16="http://schemas.microsoft.com/office/drawing/2014/main" id="{CFA1BBE3-AB8D-8418-8A92-3D1DDC457D79}"/>
                </a:ext>
              </a:extLst>
            </p:cNvPr>
            <p:cNvCxnSpPr/>
            <p:nvPr/>
          </p:nvCxnSpPr>
          <p:spPr>
            <a:xfrm>
              <a:off x="5667375" y="2438400"/>
              <a:ext cx="0" cy="384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2 17">
              <a:extLst>
                <a:ext uri="{FF2B5EF4-FFF2-40B4-BE49-F238E27FC236}">
                  <a16:creationId xmlns:a16="http://schemas.microsoft.com/office/drawing/2014/main" id="{6678A3C3-BA25-9E98-37FB-5032A1A90D4C}"/>
                </a:ext>
              </a:extLst>
            </p:cNvPr>
            <p:cNvCxnSpPr/>
            <p:nvPr/>
          </p:nvCxnSpPr>
          <p:spPr>
            <a:xfrm>
              <a:off x="5908675" y="2438400"/>
              <a:ext cx="0" cy="384175"/>
            </a:xfrm>
            <a:prstGeom prst="straightConnector1">
              <a:avLst/>
            </a:prstGeom>
            <a:ln>
              <a:prstDash val="sysDash"/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A1926D14-058F-4AB2-E209-534FFCA5CE8E}"/>
              </a:ext>
            </a:extLst>
          </p:cNvPr>
          <p:cNvGrpSpPr/>
          <p:nvPr/>
        </p:nvGrpSpPr>
        <p:grpSpPr>
          <a:xfrm rot="16200000">
            <a:off x="8397975" y="4837412"/>
            <a:ext cx="241300" cy="1625441"/>
            <a:chOff x="5667375" y="2438400"/>
            <a:chExt cx="241300" cy="384175"/>
          </a:xfrm>
        </p:grpSpPr>
        <p:cxnSp>
          <p:nvCxnSpPr>
            <p:cNvPr id="20" name="Connettore 2 19">
              <a:extLst>
                <a:ext uri="{FF2B5EF4-FFF2-40B4-BE49-F238E27FC236}">
                  <a16:creationId xmlns:a16="http://schemas.microsoft.com/office/drawing/2014/main" id="{BCC16B4B-B175-BCD1-E399-85ACA3F627DF}"/>
                </a:ext>
              </a:extLst>
            </p:cNvPr>
            <p:cNvCxnSpPr/>
            <p:nvPr/>
          </p:nvCxnSpPr>
          <p:spPr>
            <a:xfrm>
              <a:off x="5667375" y="2438400"/>
              <a:ext cx="0" cy="384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2 20">
              <a:extLst>
                <a:ext uri="{FF2B5EF4-FFF2-40B4-BE49-F238E27FC236}">
                  <a16:creationId xmlns:a16="http://schemas.microsoft.com/office/drawing/2014/main" id="{2BF7BB52-4C46-6335-EB52-FF5D88601EFB}"/>
                </a:ext>
              </a:extLst>
            </p:cNvPr>
            <p:cNvCxnSpPr/>
            <p:nvPr/>
          </p:nvCxnSpPr>
          <p:spPr>
            <a:xfrm>
              <a:off x="5908675" y="2438400"/>
              <a:ext cx="0" cy="384175"/>
            </a:xfrm>
            <a:prstGeom prst="straightConnector1">
              <a:avLst/>
            </a:prstGeom>
            <a:ln>
              <a:prstDash val="sysDash"/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95EB5DEC-9B38-6CA7-018E-A643EB2EBAA6}"/>
              </a:ext>
            </a:extLst>
          </p:cNvPr>
          <p:cNvGrpSpPr/>
          <p:nvPr/>
        </p:nvGrpSpPr>
        <p:grpSpPr>
          <a:xfrm rot="16200000">
            <a:off x="8032752" y="4547615"/>
            <a:ext cx="241300" cy="919164"/>
            <a:chOff x="5667375" y="2438400"/>
            <a:chExt cx="241300" cy="384175"/>
          </a:xfrm>
        </p:grpSpPr>
        <p:cxnSp>
          <p:nvCxnSpPr>
            <p:cNvPr id="23" name="Connettore 2 22">
              <a:extLst>
                <a:ext uri="{FF2B5EF4-FFF2-40B4-BE49-F238E27FC236}">
                  <a16:creationId xmlns:a16="http://schemas.microsoft.com/office/drawing/2014/main" id="{3FE4D905-82BC-2A07-F1C0-B2E0A5DDDD13}"/>
                </a:ext>
              </a:extLst>
            </p:cNvPr>
            <p:cNvCxnSpPr/>
            <p:nvPr/>
          </p:nvCxnSpPr>
          <p:spPr>
            <a:xfrm>
              <a:off x="5667375" y="2438400"/>
              <a:ext cx="0" cy="384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2 23">
              <a:extLst>
                <a:ext uri="{FF2B5EF4-FFF2-40B4-BE49-F238E27FC236}">
                  <a16:creationId xmlns:a16="http://schemas.microsoft.com/office/drawing/2014/main" id="{E44172F7-914F-F924-4AA9-556E0B02E508}"/>
                </a:ext>
              </a:extLst>
            </p:cNvPr>
            <p:cNvCxnSpPr/>
            <p:nvPr/>
          </p:nvCxnSpPr>
          <p:spPr>
            <a:xfrm>
              <a:off x="5908675" y="2438400"/>
              <a:ext cx="0" cy="384175"/>
            </a:xfrm>
            <a:prstGeom prst="straightConnector1">
              <a:avLst/>
            </a:prstGeom>
            <a:ln>
              <a:prstDash val="sysDash"/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5D7E0143-306C-DEBA-956E-30E4C7DAC934}"/>
              </a:ext>
            </a:extLst>
          </p:cNvPr>
          <p:cNvGrpSpPr/>
          <p:nvPr/>
        </p:nvGrpSpPr>
        <p:grpSpPr>
          <a:xfrm rot="16200000">
            <a:off x="8032751" y="3300092"/>
            <a:ext cx="241300" cy="919164"/>
            <a:chOff x="5667375" y="2438400"/>
            <a:chExt cx="241300" cy="384175"/>
          </a:xfrm>
        </p:grpSpPr>
        <p:cxnSp>
          <p:nvCxnSpPr>
            <p:cNvPr id="26" name="Connettore 2 25">
              <a:extLst>
                <a:ext uri="{FF2B5EF4-FFF2-40B4-BE49-F238E27FC236}">
                  <a16:creationId xmlns:a16="http://schemas.microsoft.com/office/drawing/2014/main" id="{2AD3E045-F8B1-A62E-56E7-D3933E0329AC}"/>
                </a:ext>
              </a:extLst>
            </p:cNvPr>
            <p:cNvCxnSpPr/>
            <p:nvPr/>
          </p:nvCxnSpPr>
          <p:spPr>
            <a:xfrm>
              <a:off x="5667375" y="2438400"/>
              <a:ext cx="0" cy="384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2 26">
              <a:extLst>
                <a:ext uri="{FF2B5EF4-FFF2-40B4-BE49-F238E27FC236}">
                  <a16:creationId xmlns:a16="http://schemas.microsoft.com/office/drawing/2014/main" id="{0412431C-D202-08A4-FC2D-81ADCEF25060}"/>
                </a:ext>
              </a:extLst>
            </p:cNvPr>
            <p:cNvCxnSpPr/>
            <p:nvPr/>
          </p:nvCxnSpPr>
          <p:spPr>
            <a:xfrm>
              <a:off x="5908675" y="2438400"/>
              <a:ext cx="0" cy="384175"/>
            </a:xfrm>
            <a:prstGeom prst="straightConnector1">
              <a:avLst/>
            </a:prstGeom>
            <a:ln>
              <a:prstDash val="sysDash"/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37601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GABRIELE Matteo</dc:creator>
  <cp:lastModifiedBy>GABRIELE Matteo</cp:lastModifiedBy>
  <cp:revision>1</cp:revision>
  <dcterms:created xsi:type="dcterms:W3CDTF">2026-02-21T10:05:23Z</dcterms:created>
  <dcterms:modified xsi:type="dcterms:W3CDTF">2026-02-21T12:27:12Z</dcterms:modified>
</cp:coreProperties>
</file>